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583E1A-73DF-442C-A560-2FB1E2121B89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3ACD0-E18E-4124-A132-67E94E5516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069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583E1A-73DF-442C-A560-2FB1E2121B89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3ACD0-E18E-4124-A132-67E94E5516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38938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583E1A-73DF-442C-A560-2FB1E2121B89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3ACD0-E18E-4124-A132-67E94E5516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40444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583E1A-73DF-442C-A560-2FB1E2121B89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3ACD0-E18E-4124-A132-67E94E5516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58594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583E1A-73DF-442C-A560-2FB1E2121B89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3ACD0-E18E-4124-A132-67E94E5516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89743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583E1A-73DF-442C-A560-2FB1E2121B89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3ACD0-E18E-4124-A132-67E94E5516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62869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583E1A-73DF-442C-A560-2FB1E2121B89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3ACD0-E18E-4124-A132-67E94E5516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26305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583E1A-73DF-442C-A560-2FB1E2121B89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3ACD0-E18E-4124-A132-67E94E5516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00272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583E1A-73DF-442C-A560-2FB1E2121B89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3ACD0-E18E-4124-A132-67E94E5516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99049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583E1A-73DF-442C-A560-2FB1E2121B89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3ACD0-E18E-4124-A132-67E94E5516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72195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583E1A-73DF-442C-A560-2FB1E2121B89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3ACD0-E18E-4124-A132-67E94E5516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45535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583E1A-73DF-442C-A560-2FB1E2121B89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B3ACD0-E18E-4124-A132-67E94E5516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664832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6B42E6-7662-C416-527A-3D6D5ED3B2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30245" y="29497"/>
            <a:ext cx="7531510" cy="993058"/>
          </a:xfrm>
        </p:spPr>
        <p:txBody>
          <a:bodyPr/>
          <a:lstStyle/>
          <a:p>
            <a:r>
              <a:rPr lang="en-US" dirty="0"/>
              <a:t>PROBLEM STATEMENT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17F830-8CF8-9E99-3CCD-4ADBA467E6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6981" y="1514166"/>
            <a:ext cx="11838038" cy="3234813"/>
          </a:xfrm>
        </p:spPr>
        <p:txBody>
          <a:bodyPr>
            <a:normAutofit fontScale="85000" lnSpcReduction="10000"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FF00"/>
                </a:solidFill>
              </a:rPr>
              <a:t>YTD</a:t>
            </a:r>
            <a:r>
              <a:rPr lang="en-US" dirty="0"/>
              <a:t>  </a:t>
            </a:r>
            <a:r>
              <a:rPr lang="en-US" dirty="0">
                <a:solidFill>
                  <a:srgbClr val="FFFF00"/>
                </a:solidFill>
              </a:rPr>
              <a:t>Sales</a:t>
            </a:r>
            <a:r>
              <a:rPr lang="en-US" dirty="0"/>
              <a:t>: Monitor year-to-date sales to gauge the overall revenue performance over time.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FF00"/>
                </a:solidFill>
              </a:rPr>
              <a:t>QTD Sales: </a:t>
            </a:r>
            <a:r>
              <a:rPr lang="en-US" dirty="0"/>
              <a:t>Track quarterly sales figures to identify sales trends and fluctuations.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FF00"/>
                </a:solidFill>
              </a:rPr>
              <a:t>YTD Products Sold: </a:t>
            </a:r>
            <a:r>
              <a:rPr lang="en-US" dirty="0"/>
              <a:t>Analyse total number of products sold throughout year to understand product movement.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FF00"/>
                </a:solidFill>
              </a:rPr>
              <a:t>YTD Reviews</a:t>
            </a:r>
            <a:r>
              <a:rPr lang="en-US" dirty="0"/>
              <a:t>: Keep tabs on year-to-date product reviews to access customer feedback and satisfaction.</a:t>
            </a:r>
          </a:p>
          <a:p>
            <a:pPr algn="l"/>
            <a:r>
              <a:rPr lang="en-US" dirty="0"/>
              <a:t>            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334520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F46216B-77A9-411A-B9D3-5023FCB7020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11</TotalTime>
  <Words>65</Words>
  <Application>Microsoft Office PowerPoint</Application>
  <PresentationFormat>Widescreen</PresentationFormat>
  <Paragraphs>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PROBLEM STATEMENT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viren otari</dc:creator>
  <cp:lastModifiedBy>viren otari</cp:lastModifiedBy>
  <cp:revision>1</cp:revision>
  <dcterms:created xsi:type="dcterms:W3CDTF">2025-11-01T14:35:36Z</dcterms:created>
  <dcterms:modified xsi:type="dcterms:W3CDTF">2025-11-01T14:47:35Z</dcterms:modified>
</cp:coreProperties>
</file>